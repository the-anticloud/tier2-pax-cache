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Pax Cache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PAX_CACHE</a:t>
            </a:r>
          </a:p>
          <a:p>
            <a:pPr>
              <a:spcAft>
                <a:spcPts val="400"/>
              </a:spcAft>
              <a:defRPr sz="1200">
                <a:solidFill>
                  <a:srgbClr val="0D0D0C"/>
                </a:solidFill>
              </a:defRPr>
            </a:pPr>
            <a:r>
              <a:t>*Tier:* TIER_2_ANTICLOUD_PAX</a:t>
            </a:r>
          </a:p>
          <a:p>
            <a:pPr>
              <a:spcAft>
                <a:spcPts val="400"/>
              </a:spcAft>
              <a:defRPr sz="1200">
                <a:solidFill>
                  <a:srgbClr val="0D0D0C"/>
                </a:solidFill>
              </a:defRPr>
            </a:pPr>
            <a:r>
              <a:t>*Domain:* PAX 27B model inference, Q4 quantization, transformer architecture</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PAX_CACHE is a sovereign AI infrastructure component operating in the PAX 27B model inference, Q4 quantization, transformer architecture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PAX_CACHE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PAX_CACHE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PAX_CACHE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PAX_CACHE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PAX_CACHE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